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/>
              <a:t>Title:</a:t>
            </a:r>
            <a:r>
              <a:rPr lang="en-US" sz="3200" dirty="0"/>
              <a:t> Myntra E-Commerce Data Analysis: Product Insights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2" y="4259691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IN" sz="1800" b="1" dirty="0"/>
              <a:t>Presented By:</a:t>
            </a:r>
            <a:r>
              <a:rPr lang="en-IN" sz="1800" dirty="0"/>
              <a:t> NARKHEDE OM RAHUL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CE212AC-A0B0-D9AE-CB53-2A4A12E51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88805" y="139569"/>
            <a:ext cx="565090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Goal: From Raw Data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Actionable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551AE2D-CDA8-EB53-91D8-5A35E2C5DB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12" y="1848797"/>
            <a:ext cx="583039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Points: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Web-scraped data from Myntra (Focusing on Jeans/Pants category).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Microsoft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clean, model, and visualize product data to uncover key trends in pricing, engagement, and discount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Interactive Power BI Dashboard for management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 that this project validates data analysis skills from start to finish.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90ED-4CD1-F96F-AB6B-B9A6C911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4297"/>
            <a:ext cx="10353762" cy="1257300"/>
          </a:xfrm>
        </p:spPr>
        <p:txBody>
          <a:bodyPr>
            <a:normAutofit fontScale="90000"/>
          </a:bodyPr>
          <a:lstStyle/>
          <a:p>
            <a:r>
              <a:rPr lang="en-US" dirty="0"/>
              <a:t>Phase 1 &amp; 2: Data Quality and Calculation Foundation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8A9A90-8EF6-FB23-D414-CA2B610435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6478" y="1866900"/>
            <a:ext cx="956287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Data Cleaning: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Verified data types (e.g., price, MRP as numeric).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Handled missing/zero ratings for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Created the calculated column: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discount_amount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Key DAX Measures: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Avg Rating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Total Ratings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Avg Discount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Mention that these steps ensure the dashboard visualizations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are reliable and dynamic.</a:t>
            </a:r>
          </a:p>
        </p:txBody>
      </p:sp>
    </p:spTree>
    <p:extLst>
      <p:ext uri="{BB962C8B-B14F-4D97-AF65-F5344CB8AC3E}">
        <p14:creationId xmlns:p14="http://schemas.microsoft.com/office/powerpoint/2010/main" val="417528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D80B4-AE4A-CB70-7615-3F23E205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DASHBOARD DETAILS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0B4444-0227-50AA-65F2-7D4DD80EE9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8427" y="1866900"/>
            <a:ext cx="7900945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Focus Metrics: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Overall Average Rating (e.g., $4.1$)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Total Customer Engagement (Sum of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number_of_ratings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Average Discount Percentage (e.g., $55\%$)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Briefly introduce the overall health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of the dataset using these numbers.</a:t>
            </a:r>
          </a:p>
        </p:txBody>
      </p:sp>
    </p:spTree>
    <p:extLst>
      <p:ext uri="{BB962C8B-B14F-4D97-AF65-F5344CB8AC3E}">
        <p14:creationId xmlns:p14="http://schemas.microsoft.com/office/powerpoint/2010/main" val="3488037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5B7BB-ED06-513B-82E3-21B2EAAD0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Top 5 Brands by Customer Engagement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E3E978-7BAF-397A-531E-D18A1292DD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1949" y="1866900"/>
            <a:ext cx="115102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Key Findings: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Identify the brands with the highest volume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of user ratings (e.g., Roadster, Bene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Kleed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These brands drive the most user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and potential sales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Actionable Insight: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Recommend increased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focus on inventory and merchandising for these high-engagement brands.</a:t>
            </a:r>
          </a:p>
        </p:txBody>
      </p:sp>
    </p:spTree>
    <p:extLst>
      <p:ext uri="{BB962C8B-B14F-4D97-AF65-F5344CB8AC3E}">
        <p14:creationId xmlns:p14="http://schemas.microsoft.com/office/powerpoint/2010/main" val="144062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E521-EABF-1C2A-8A0D-DC687D1B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Pricing vs. Product Quality (Ratings)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30B049-740E-F369-D4E0-84D8242045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5699"/>
            <a:ext cx="1062803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Key Findings: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Discuss the relationship shown: Do high prices correlate with high ratings?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Highlight "Value Brands" (high rating, lower price) and "Premium Brands“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(high rating, high price).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Actionable Insight: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Use this chart to identify pricing sweet spots and optimize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inventory based on the price-to-value ratio.</a:t>
            </a:r>
          </a:p>
        </p:txBody>
      </p:sp>
    </p:spTree>
    <p:extLst>
      <p:ext uri="{BB962C8B-B14F-4D97-AF65-F5344CB8AC3E}">
        <p14:creationId xmlns:p14="http://schemas.microsoft.com/office/powerpoint/2010/main" val="1640525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E8572-65B9-A93E-E94B-468BDCFD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Future Opportunities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A3E5F6-A850-E98D-2A03-34D5CF66A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991837"/>
            <a:ext cx="909704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Key Takeaways: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The dashboard provides actionable, real-time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Identified engagement leaders and value opportunities.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Next Steps: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Integrate actual sales and revenue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Conduct sentiment analysis on product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Track product trends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Conclude with confidence and open the floor for questions.</a:t>
            </a:r>
          </a:p>
        </p:txBody>
      </p:sp>
    </p:spTree>
    <p:extLst>
      <p:ext uri="{BB962C8B-B14F-4D97-AF65-F5344CB8AC3E}">
        <p14:creationId xmlns:p14="http://schemas.microsoft.com/office/powerpoint/2010/main" val="281798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4D4D8F-FE46-FB07-51C3-2CC18867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664541"/>
            <a:ext cx="10353762" cy="12573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27418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{717BAFEB-0722-46B7-B4DE-91C086084F00}tf55705232_win32</Template>
  <TotalTime>14</TotalTime>
  <Words>410</Words>
  <Application>Microsoft Office PowerPoint</Application>
  <PresentationFormat>Widescreen</PresentationFormat>
  <Paragraphs>69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Goudy Old Style</vt:lpstr>
      <vt:lpstr>Wingdings 2</vt:lpstr>
      <vt:lpstr>SlateVTI</vt:lpstr>
      <vt:lpstr>Title: Myntra E-Commerce Data Analysis: Product Insights Dashboard</vt:lpstr>
      <vt:lpstr>Project Goal: From Raw Data  to Actionable Insights </vt:lpstr>
      <vt:lpstr>Phase 1 &amp; 2: Data Quality and Calculation Foundation</vt:lpstr>
      <vt:lpstr>DASHBOARD DETAILS </vt:lpstr>
      <vt:lpstr>Top 5 Brands by Customer Engagement</vt:lpstr>
      <vt:lpstr>Pricing vs. Product Quality (Ratings)</vt:lpstr>
      <vt:lpstr>Conclusion and Future Opportunities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Narkhede Om</dc:creator>
  <cp:lastModifiedBy>Narkhede Om</cp:lastModifiedBy>
  <cp:revision>1</cp:revision>
  <dcterms:created xsi:type="dcterms:W3CDTF">2025-11-18T17:41:17Z</dcterms:created>
  <dcterms:modified xsi:type="dcterms:W3CDTF">2025-11-18T17:55:59Z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